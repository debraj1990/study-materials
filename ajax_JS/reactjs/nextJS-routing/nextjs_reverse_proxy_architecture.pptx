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Fallback Reverse Proxy for Unknown Routes in Next.js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2409669"/>
          </a:xfrm>
        </p:spPr>
        <p:txBody>
          <a:bodyPr/>
          <a:lstStyle/>
          <a:p>
            <a:r>
              <a:rPr dirty="0"/>
              <a:t>Architecture Approaches &amp; Implementation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Er. Debraj Ray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Unknown routes in Next.js often need to be forwarded to </a:t>
            </a:r>
            <a:r>
              <a:rPr lang="en-US" dirty="0"/>
              <a:t>AEM dispatcher</a:t>
            </a:r>
            <a:r>
              <a:rPr dirty="0"/>
              <a:t> services instead of returning 404.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  <a:p>
            <a:r>
              <a:t>Browser /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286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CDN / Edge Proxy</a:t>
            </a:r>
          </a:p>
          <a:p>
            <a:r>
              <a:rPr dirty="0"/>
              <a:t>(Nginx / Cloudflare </a:t>
            </a:r>
            <a:r>
              <a:rPr lang="en-US" dirty="0"/>
              <a:t>/ Azure Front Door</a:t>
            </a:r>
            <a:r>
              <a:rPr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Next.js App</a:t>
            </a:r>
          </a:p>
          <a:p>
            <a:r>
              <a:t>Routes + Middleware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2004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AEM</a:t>
            </a:r>
            <a:r>
              <a:rPr dirty="0"/>
              <a:t> Backend</a:t>
            </a:r>
          </a:p>
          <a:p>
            <a:r>
              <a:rPr dirty="0"/>
              <a:t>Fallback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029200" y="1828800"/>
            <a:ext cx="4572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29400" y="228600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1: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Intercept requests using middleware.ts and rewrite unknown routes to a legacy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2: Rewrites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next.config.js rewrites to forward path patterns to external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3: Custom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a Node.js/Express server with http-proxy-middleware for full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4: Infrastructure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Nginx/CDN to route traffic to Next.js first and fallback to legacy backend on 404.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fallback requests, avoid proxy loops, monitor latency, and implement caching.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9825-9E97-182D-78D2-3E4690A6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0299-B6CA-24F0-A0F3-3E772933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with </a:t>
            </a:r>
            <a:r>
              <a:rPr dirty="0"/>
              <a:t>Approach 2: Rewrites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A1C1-B0D0-D6EE-766A-C88DC1AEF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Use next.config.js rewrites to forward path patterns to external services.</a:t>
            </a:r>
            <a:endParaRPr lang="en-US" dirty="0"/>
          </a:p>
          <a:p>
            <a:r>
              <a:rPr lang="en-US" dirty="0"/>
              <a:t>Here, 1stly we remove the custom handling logic for 404 pages in web app</a:t>
            </a:r>
          </a:p>
          <a:p>
            <a:r>
              <a:rPr lang="en-US" dirty="0"/>
              <a:t>Write rule for the paths that are to be proxied to external server URL.</a:t>
            </a:r>
          </a:p>
          <a:p>
            <a:r>
              <a:rPr lang="en-US" dirty="0"/>
              <a:t>Then, configure </a:t>
            </a:r>
            <a:r>
              <a:rPr lang="en-US" dirty="0" err="1"/>
              <a:t>nextJS</a:t>
            </a:r>
            <a:r>
              <a:rPr lang="en-US" dirty="0"/>
              <a:t> server such that these rewrites are checked after static files and dynamic routes and before the 404 page is rendered.</a:t>
            </a:r>
          </a:p>
          <a:p>
            <a:r>
              <a:rPr lang="en-US" dirty="0"/>
              <a:t>In an ideal fallback reverse proxy case, all paths that doesn’t matches in web app’s static files and dynamic routes should be forwarded to the proxy destination.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862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92F6-F38C-B01D-CCB2-FCE954D3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75E7-62FD-4574-BFFB-406C4BCE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Sample O/P </a:t>
            </a:r>
            <a:r>
              <a:rPr lang="en-US" dirty="0"/>
              <a:t>with </a:t>
            </a:r>
            <a:r>
              <a:rPr dirty="0"/>
              <a:t>Approach 2: Rewrites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806E2D-2354-AB15-0DE1-AEC4FB6E2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94163"/>
            <a:ext cx="8229600" cy="433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0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284</Words>
  <Application>Microsoft Office PowerPoint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Fallback Reverse Proxy for Unknown Routes in Next.js</vt:lpstr>
      <vt:lpstr>Problem Statement</vt:lpstr>
      <vt:lpstr>Clean Architecture Diagram</vt:lpstr>
      <vt:lpstr>Approach 1: Middleware</vt:lpstr>
      <vt:lpstr>Approach 2: Rewrites</vt:lpstr>
      <vt:lpstr>Approach 3: Custom Server</vt:lpstr>
      <vt:lpstr>Approach 4: Infrastructure Proxy</vt:lpstr>
      <vt:lpstr>Best Practices</vt:lpstr>
      <vt:lpstr>Implementation with Approach 2: Rewrites</vt:lpstr>
      <vt:lpstr>Sample O/P with Approach 2: Rewrites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Debraj Ray</cp:lastModifiedBy>
  <cp:revision>5</cp:revision>
  <dcterms:created xsi:type="dcterms:W3CDTF">2013-01-27T09:14:16Z</dcterms:created>
  <dcterms:modified xsi:type="dcterms:W3CDTF">2026-03-20T09:05:50Z</dcterms:modified>
  <cp:category/>
</cp:coreProperties>
</file>